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a067c7ea0c447d" /><Relationship Type="http://schemas.openxmlformats.org/officeDocument/2006/relationships/extended-properties" Target="/docProps/app.xml" Id="R67d3dd8ec6aa4d56" /><Relationship Type="http://schemas.openxmlformats.org/officeDocument/2006/relationships/officeDocument" Target="/ppt/presentation.xml" Id="R49d513529b6f47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129ba81320411b"/>
  </p:sldMasterIdLst>
  <p:notesMasterIdLst>
    <p:notesMasterId xmlns:r="http://schemas.openxmlformats.org/officeDocument/2006/relationships" r:id="Rb5f937aae13748fd"/>
  </p:notesMasterIdLst>
  <p:sldIdLst>
    <p:sldId xmlns:r="http://schemas.openxmlformats.org/officeDocument/2006/relationships" id="256" r:id="R4da8557ee71d4d04"/>
    <p:sldId xmlns:r="http://schemas.openxmlformats.org/officeDocument/2006/relationships" id="257" r:id="R67cb0934b95d4a8c"/>
    <p:sldId xmlns:r="http://schemas.openxmlformats.org/officeDocument/2006/relationships" id="258" r:id="R0b1422feabbd4743"/>
    <p:sldId xmlns:r="http://schemas.openxmlformats.org/officeDocument/2006/relationships" id="259" r:id="R69f2f1f4beea4e07"/>
    <p:sldId xmlns:r="http://schemas.openxmlformats.org/officeDocument/2006/relationships" id="260" r:id="Raca8c42b23cc4dcc"/>
    <p:sldId xmlns:r="http://schemas.openxmlformats.org/officeDocument/2006/relationships" id="261" r:id="Rfed5c8ae99c0439c"/>
    <p:sldId xmlns:r="http://schemas.openxmlformats.org/officeDocument/2006/relationships" id="262" r:id="R684683f7057c4cd1"/>
    <p:sldId xmlns:r="http://schemas.openxmlformats.org/officeDocument/2006/relationships" id="263" r:id="R5f0f72e1ed714557"/>
    <p:sldId xmlns:r="http://schemas.openxmlformats.org/officeDocument/2006/relationships" id="264" r:id="R3008d63c78ba43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9d401b02ce4ae7" /><Relationship Type="http://schemas.openxmlformats.org/officeDocument/2006/relationships/slideMaster" Target="/ppt/slideMasters/slideMaster1.xml" Id="R20129ba81320411b" /><Relationship Type="http://schemas.openxmlformats.org/officeDocument/2006/relationships/notesMaster" Target="/ppt/notesMasters/notesMaster1.xml" Id="Rb5f937aae13748fd" /><Relationship Type="http://schemas.openxmlformats.org/officeDocument/2006/relationships/presProps" Target="/ppt/presProps.xml" Id="R055336aef98e484f" /><Relationship Type="http://schemas.openxmlformats.org/officeDocument/2006/relationships/tableStyles" Target="/ppt/tableStyles.xml" Id="Rec08b9d17a2b4d50" /><Relationship Type="http://schemas.openxmlformats.org/officeDocument/2006/relationships/slide" Target="/ppt/slides/slide1.xml" Id="R4da8557ee71d4d04" /><Relationship Type="http://schemas.openxmlformats.org/officeDocument/2006/relationships/slide" Target="/ppt/slides/slide2.xml" Id="R67cb0934b95d4a8c" /><Relationship Type="http://schemas.openxmlformats.org/officeDocument/2006/relationships/slide" Target="/ppt/slides/slide3.xml" Id="R0b1422feabbd4743" /><Relationship Type="http://schemas.openxmlformats.org/officeDocument/2006/relationships/slide" Target="/ppt/slides/slide4.xml" Id="R69f2f1f4beea4e07" /><Relationship Type="http://schemas.openxmlformats.org/officeDocument/2006/relationships/slide" Target="/ppt/slides/slide5.xml" Id="Raca8c42b23cc4dcc" /><Relationship Type="http://schemas.openxmlformats.org/officeDocument/2006/relationships/slide" Target="/ppt/slides/slide6.xml" Id="Rfed5c8ae99c0439c" /><Relationship Type="http://schemas.openxmlformats.org/officeDocument/2006/relationships/slide" Target="/ppt/slides/slide7.xml" Id="R684683f7057c4cd1" /><Relationship Type="http://schemas.openxmlformats.org/officeDocument/2006/relationships/slide" Target="/ppt/slides/slide8.xml" Id="R5f0f72e1ed714557" /><Relationship Type="http://schemas.openxmlformats.org/officeDocument/2006/relationships/slide" Target="/ppt/slides/slide9.xml" Id="R3008d63c78ba43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608bd5b80842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1b811bb4e44320" /><Relationship Type="http://schemas.openxmlformats.org/officeDocument/2006/relationships/notesMaster" Target="/ppt/notesMasters/notesMaster1.xml" Id="Reff12c42541f4e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88dfbd04ef4b98" /><Relationship Type="http://schemas.openxmlformats.org/officeDocument/2006/relationships/notesMaster" Target="/ppt/notesMasters/notesMaster1.xml" Id="R0e67d83dc79845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3df320bd8f4904" /><Relationship Type="http://schemas.openxmlformats.org/officeDocument/2006/relationships/notesMaster" Target="/ppt/notesMasters/notesMaster1.xml" Id="R98eb97a15f704e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205f5ed3e4481a" /><Relationship Type="http://schemas.openxmlformats.org/officeDocument/2006/relationships/notesMaster" Target="/ppt/notesMasters/notesMaster1.xml" Id="R54de35c9c93140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60d5ea7d2a4d69" /><Relationship Type="http://schemas.openxmlformats.org/officeDocument/2006/relationships/notesMaster" Target="/ppt/notesMasters/notesMaster1.xml" Id="Rb96fbc961c2740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6cb23091e34854" /><Relationship Type="http://schemas.openxmlformats.org/officeDocument/2006/relationships/notesMaster" Target="/ppt/notesMasters/notesMaster1.xml" Id="R599ac0c2ceac48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86eb922c854abc" /><Relationship Type="http://schemas.openxmlformats.org/officeDocument/2006/relationships/notesMaster" Target="/ppt/notesMasters/notesMaster1.xml" Id="R30c5186f8fdd4a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87098db2504804" /><Relationship Type="http://schemas.openxmlformats.org/officeDocument/2006/relationships/notesMaster" Target="/ppt/notesMasters/notesMaster1.xml" Id="Rab3c863dad7c4d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17bd5b6fa24c60" /><Relationship Type="http://schemas.openxmlformats.org/officeDocument/2006/relationships/notesMaster" Target="/ppt/notesMasters/notesMaster1.xml" Id="R166784084afb4c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71f6b12bb48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657e2986914d91" /><Relationship Type="http://schemas.openxmlformats.org/officeDocument/2006/relationships/slideLayout" Target="/ppt/slideLayouts/slideLayout1.xml" Id="Re276517c3c6148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76517c3c6148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698ae4a774fbf" /><Relationship Type="http://schemas.openxmlformats.org/officeDocument/2006/relationships/notesSlide" Target="/ppt/notesSlides/notesSlide1.xml" Id="R844e52a092064f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4e018c48547bd" /><Relationship Type="http://schemas.openxmlformats.org/officeDocument/2006/relationships/notesSlide" Target="/ppt/notesSlides/notesSlide2.xml" Id="Rf31f43dd06604b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2fef4c119484c" /><Relationship Type="http://schemas.openxmlformats.org/officeDocument/2006/relationships/notesSlide" Target="/ppt/notesSlides/notesSlide3.xml" Id="Rafd4be6c570b4b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18bc3c6454051" /><Relationship Type="http://schemas.openxmlformats.org/officeDocument/2006/relationships/notesSlide" Target="/ppt/notesSlides/notesSlide4.xml" Id="R4adc982d8e6241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d21808e334626" /><Relationship Type="http://schemas.openxmlformats.org/officeDocument/2006/relationships/notesSlide" Target="/ppt/notesSlides/notesSlide5.xml" Id="R85f37a7625db4f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acfbaaafc419c" /><Relationship Type="http://schemas.openxmlformats.org/officeDocument/2006/relationships/notesSlide" Target="/ppt/notesSlides/notesSlide6.xml" Id="R2ecc203f7da340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ff74ade9142f7" /><Relationship Type="http://schemas.openxmlformats.org/officeDocument/2006/relationships/notesSlide" Target="/ppt/notesSlides/notesSlide7.xml" Id="Rc4184d22873a41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4601707684e2f" /><Relationship Type="http://schemas.openxmlformats.org/officeDocument/2006/relationships/notesSlide" Target="/ppt/notesSlides/notesSlide8.xml" Id="R3552d527edfc40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20e242daf4779" /><Relationship Type="http://schemas.openxmlformats.org/officeDocument/2006/relationships/notesSlide" Target="/ppt/notesSlides/notesSlide9.xml" Id="R450cc30f217947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FCEAE-1E6F-45A8-81AC-1EBBCE12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短视频平台差异化分析报告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21494-C90B-4ABA-94E6-F95CBAB5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9D6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C9D6E2"/>
                </a:solidFill>
                <a:latin typeface="Microsoft YaHei"/>
                <a:ea typeface="Microsoft YaHei"/>
                <a:cs typeface="Microsoft YaHei"/>
              </a:rPr>
              <a:t>PNP 多引擎办公任务验收夹具</a:t>
            </a:r>
          </a:p>
        </p:txBody>
      </p:sp>
    </p:spTree>
    <p:extLst>
      <p:ext uri="{BB962C8B-B14F-4D97-AF65-F5344CB8AC3E}">
        <p14:creationId xmlns:p14="http://schemas.microsoft.com/office/powerpoint/2010/main" val="1258451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FED49-C041-4585-919B-2FAE8642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分析范围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56ECC-9953-4060-A960-98EFEF3E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28750"/>
            <a:ext cx="1000125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比较平台用户规模、用户特征、内容生态和推荐机制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第 3 至 7 页包含需要保留的数据点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所有数值仅用于测试结构优化与文件编辑能力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DBCBA-EAE9-4D2F-8461-32EE093C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7C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B7C8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4326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57D0E-ECF7-410A-94FE-7445EA66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行业概览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79D76-B2FF-4777-8785-F3593080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28750"/>
            <a:ext cx="1000125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样例市场月活用户合计达到 8.2 亿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头部三家平台占样例流量的 78%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2025 年短视频日均使用时长为 126 分钟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品牌内容投放同比增加 24%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442F6-4C32-48D7-B839-3B9A5BC7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7C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B7C8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048358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C0611-DB22-41EA-A2C2-C506EAA1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用户规模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7DB04-6F80-4EB1-95DA-A80C8B9D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28750"/>
            <a:ext cx="1000125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平台 A 月活用户为 6.4 亿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平台 B 月活用户为 3.1 亿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平台 C 月活用户为 1.8 亿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三平台重合用户比例约 35%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78BA3-E679-4A30-9B50-80EE1B55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7C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B7C8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943861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59A94-9582-4F84-AC69-6611808A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用户特征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36548-8E3D-4895-8199-1F96F090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28750"/>
            <a:ext cx="1000125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18 至 29 岁用户占比为 45%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三线及以下城市用户占比为 52%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核心用户每次会话平均浏览 12 分钟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高频创作者占活跃用户的 8%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DD6AC-D69A-4DC0-BAF0-10BFD3D2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7C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B7C8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028720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EB29D-B355-440A-9135-F6B7F3E5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内容生态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0A8A3-6106-4C67-B495-D5593072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28750"/>
            <a:ext cx="1000125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生活记录类内容占播放量的 31%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知识类内容完播率达到 42%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专业创作者贡献 68% 的商业内容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直播切片内容月度增长 19%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1F1BA-E89F-46DA-B9D8-7380BA8D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7C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B7C8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823489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D6595-29B8-4534-8A50-9474B060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推荐机制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07AF9-8305-4B16-9CA5-6B470436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28750"/>
            <a:ext cx="1000125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首轮流量池覆盖约 500 名用户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前 3 秒留存权重高于点赞权重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近 7 日兴趣信号进入实时特征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低质重复内容的曝光下降 37%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FFBA6-A22D-4EFB-82AE-2AB374A0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7C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B7C8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84617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7E639-2997-4C84-BF74-69047CC2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差异化结论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77CBE-F64B-4978-A481-2B2091AA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28750"/>
            <a:ext cx="1000125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平台 A 适合覆盖型传播，规模优势最明显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平台 B 的知识内容完播率更高，适合深度表达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平台 C 的创作者互动更集中，适合小范围试投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872EF-1F6A-427A-A7F1-9E288E0F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7C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B7C8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06059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ED200-265B-497F-A86E-21AA884B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数据口径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B48CB-4203-4374-B578-2AC8DC42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28750"/>
            <a:ext cx="1000125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月活用户指样例期内至少启动一次应用的去重用户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完播率指视频播放至 95% 以上的次数占比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43647"/>
                </a:solidFill>
                <a:latin typeface="Microsoft YaHei"/>
                <a:ea typeface="Microsoft YaHei"/>
                <a:cs typeface="Microsoft YaHei"/>
              </a:rPr>
              <a:t>所有数值为验收夹具数据，不代表真实平台表现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2C98B-5AF6-47E8-804C-A2752CB8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7C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B7C8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10918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2026-09-08T13:00:20.5540000Z</dcterms:created>
  <dcterms:modified xsi:type="dcterms:W3CDTF">2026-09-08T13:00:20.5540000Z</dcterms:modified>
</coreProperties>
</file>